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/>
              <a:t>LogiOps360 — Guide d’utilisation des analyses Power BI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Stockage • Transport • KPIs • Recommandations IA • Exports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Accès &amp; rôles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Connexion : compte d’entreprise + droits Power BI (lecteur/contributeur)</a:t>
            </a:r>
          </a:p>
          <a:p>
            <a:r>
              <a:t>Rôles : Superviseur, Préparateur, Approvisionnement, Transport</a:t>
            </a:r>
          </a:p>
          <a:p>
            <a:r>
              <a:t>Vérifier la date d’actualisation des données à l’ouverture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Navigation dans le rapport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Pages : utilisez le bandeau des onglets</a:t>
            </a:r>
          </a:p>
          <a:p>
            <a:r>
              <a:t>Signets : vues pré-filtrées pour revenir à un état standard</a:t>
            </a:r>
          </a:p>
          <a:p>
            <a:r>
              <a:t>Infobulles : survolez pour voir le détail d’un point de données</a:t>
            </a:r>
          </a:p>
          <a:p>
            <a:r>
              <a:t>Réinitialiser : bouton « Réinitialiser » pour annuler les filtres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Filtres et interactions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Filtres rapides : date, client, produit, transporteur, zone (sélection multiple possible)</a:t>
            </a:r>
          </a:p>
          <a:p>
            <a:r>
              <a:t>Cliquez un élément d’un visuel pour filtrer les autres visuels de la page</a:t>
            </a:r>
          </a:p>
          <a:p>
            <a:r>
              <a:t>Exploration : descendre dans le détail (drill-down) et accéder aux pages détaillées (drill-through)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KPIs à connaître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 : livraisons à l’heure (OTD), à l’heure et complètes (OTIF), délai moyen</a:t>
            </a:r>
          </a:p>
          <a:p>
            <a:r>
              <a:t>Entrepôt : charge de préparation par opérateur, temps/mètres de prélèvement</a:t>
            </a:r>
          </a:p>
          <a:p>
            <a:r>
              <a:t>Transport : coût par colis / kilo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Stockage — lire et agir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Répartition ABC : impact sur l’espace et la disponibilité</a:t>
            </a:r>
          </a:p>
          <a:p>
            <a:r>
              <a:t>Emplacements : Dedicated / Class / Random — limiter les mélanges excessifs</a:t>
            </a:r>
          </a:p>
          <a:p>
            <a:r>
              <a:t>Densité par zones : déplacer des familles depuis les zones saturées</a:t>
            </a:r>
          </a:p>
          <a:p>
            <a:r>
              <a:t>Top produits : basculer les best-sellers vers des emplacements fixes proches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Transport — lire et agir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Délai moyen et retards par transporteur et par mois</a:t>
            </a:r>
          </a:p>
          <a:p>
            <a:r>
              <a:t>Raisons de retard : centres de tri, longue distance, dernier km, météo</a:t>
            </a:r>
          </a:p>
          <a:p>
            <a:r>
              <a:t>Limiter les livraisons fractionnées en regroupant avant départ</a:t>
            </a:r>
          </a:p>
          <a:p>
            <a:r>
              <a:t>Affecter le bon transporteur selon l’urgence et la fiabilité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Recommandations IA — comprendre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Chaque reco affiche : raison, impact estimé, niveau d’urgence</a:t>
            </a:r>
          </a:p>
          <a:p>
            <a:r>
              <a:t>Types : emplacement conseillé, réassort anticipé, ETA et risque de retard, consolidation avant départ</a:t>
            </a:r>
          </a:p>
          <a:p>
            <a:r>
              <a:t>Action : Accepter/Refuser — vos choix aident à améliorer le modèle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Exports &amp; partages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Exporter une page en PDF ou un tableau en Excel</a:t>
            </a:r>
          </a:p>
          <a:p>
            <a:r>
              <a:t>Partager un lien vers le rapport ou programmer un envoi (si autorisé)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Support &amp; aide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Aide intégrée : infobulles et guides pas-à-pas</a:t>
            </a:r>
          </a:p>
          <a:p>
            <a:r>
              <a:t>Contact : canal Teams + e-mail (8h–18h jours ouvrés)</a:t>
            </a:r>
          </a:p>
          <a:p>
            <a:r>
              <a:t>Délais cibles : urgent &lt; 2h • important &lt; 8h • standard &lt; 24h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